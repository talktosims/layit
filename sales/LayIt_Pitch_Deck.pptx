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Lay</a:t>
            </a:r>
            <a:pPr algn="ctr" indent="0" marL="0">
              <a:buNone/>
            </a:pPr>
            <a:r>
              <a:rPr lang="en-US" sz="6000" b="1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Laser-Guided Tile Layout System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29260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finished floor before you lay a single tile.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617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 Patents Pending  |  LayIt LLC  |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$35B Problem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 installation still runs on chalk lines and tape measures.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65760" cy="36576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508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Chalk lines wash off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1801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Thinset buries them. One spill and your reference is gone.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212848"/>
            <a:ext cx="365760" cy="36576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212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21671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compound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24597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misalignment on row 1 becomes 1/2" off by row 20.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871216"/>
            <a:ext cx="365760" cy="36576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871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282549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Dry-laying wastes time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51560" y="3118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30-60 minutes per room just to preview the layout.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529584"/>
            <a:ext cx="365760" cy="36576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529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560" y="348386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discovered too late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51560" y="3776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slivers found AFTER cutting = wasted tile and money.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187952"/>
            <a:ext cx="365760" cy="36576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187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51560" y="41422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Skilled labor shortage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5156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years experience needed. Good tilers are booked months out.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Lay</a:t>
            </a:r>
            <a:pPr indent="0" marL="0">
              <a:buNone/>
            </a:pPr>
            <a:r>
              <a:rPr lang="en-US" sz="3600" b="1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</a:t>
            </a:r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Solves It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200mW green laser projects your entire tile layout directly onto the work surface.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65760" cy="36576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1508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grout line visible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1801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tile grid projected in real time — visible in broad daylight.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212848"/>
            <a:ext cx="365760" cy="36576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212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21671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cut shown before cutting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24597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exactly where each tile goes, including edge cuts.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871216"/>
            <a:ext cx="365760" cy="36576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871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51560" y="282549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Auto-aligns to placed tiles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51560" y="3118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tracks your progress. Gets MORE accurate as you work.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529584"/>
            <a:ext cx="365760" cy="36576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529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51560" y="348386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pattern: grid, brick, herringbone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51560" y="3776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handles the math. You just follow the lines.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187952"/>
            <a:ext cx="365760" cy="36576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187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41422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skilled crew = same quality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5156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installers can lay tile accurately from day one.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2606040" cy="329184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1463040"/>
            <a:ext cx="685800" cy="6858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463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2331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on the App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28346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room dimensions, pick tile size, choose your pattern. The app calculates every tile and cut instantly.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606040" cy="329184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51960" y="1463040"/>
            <a:ext cx="685800" cy="6858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1" name="Text 9"/>
          <p:cNvSpPr/>
          <p:nvPr/>
        </p:nvSpPr>
        <p:spPr>
          <a:xfrm>
            <a:off x="4251960" y="1463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74720" y="2331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the Laser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28346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the unit on a tripod, point at your surface. Camera auto-calibrates in 30 seconds. No manual setup.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188720"/>
            <a:ext cx="2606040" cy="329184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0" y="1463040"/>
            <a:ext cx="685800" cy="6858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0" y="1463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55080" y="2331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Lines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55080" y="28346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laser lines project onto the floor. Lay tile directly to the lines. Each tile strengthens alignment.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for Job Sites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160020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54864" cy="1600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Bump Recovery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6-axis IMU detects displacement. Camera re-locks in seconds. No user intervention.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651760" cy="160020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97280"/>
            <a:ext cx="54864" cy="1600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Positioning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1600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error accumulation. Tile #50 is just as accurate as tile #1.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651760" cy="160020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97280"/>
            <a:ext cx="54864" cy="1600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Correction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1600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Floors, walls, ceilings. Tilt the tripod anywhere — lines stay true.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971800"/>
            <a:ext cx="2651760" cy="160020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971800"/>
            <a:ext cx="54864" cy="1600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108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Drop-Resistant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34747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Silicone sleeve + PETG shell + internal grommet isolation. Job-site tough.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2971800"/>
            <a:ext cx="2651760" cy="160020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2971800"/>
            <a:ext cx="54864" cy="1600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3108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App Control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29000" y="34747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phone is the remote. Works on any device with a browser. App is free forever.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971800"/>
            <a:ext cx="2651760" cy="160020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971800"/>
            <a:ext cx="54864" cy="1600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3108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All-Day Operation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09360" y="34747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cooling with 30mm fan. Continuous 8+ hour operation without overheating.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NEW: Camera-Based Room Scanning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a photo. Get wall dimensions. Start tiling.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310896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64592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 LiDAR. No tape measure. Just your phone camera.
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AI-powered monocular depth estimation converts a single photo into precise wall measurements.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4CAF50"/>
                </a:solidFill>
              </a:rPr>
              <a:t>Automatic feature detection</a:t>
            </a:r>
            <a:endParaRPr lang="en-US" sz="140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Finds niches, windows, and protrusions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4CAF50"/>
                </a:solidFill>
              </a:rPr>
              <a:t>Constraint-aware auto-correction</a:t>
            </a:r>
            <a:endParaRPr lang="en-US" sz="140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Adjusts layout around fixed obstacles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4CAF50"/>
                </a:solidFill>
              </a:rPr>
              <a:t>Direct PWA integration</a:t>
            </a:r>
            <a:endParaRPr lang="en-US" sz="140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Photo to tile layout in under 60 seconds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463040"/>
            <a:ext cx="3931920" cy="658368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5087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3%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0" y="150876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ERROR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2240280"/>
            <a:ext cx="3931920" cy="658368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228600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5"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00800" y="22860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AFTER</a:t>
            </a:r>
            <a:endParaRPr lang="en-US" sz="1000" dirty="0"/>
          </a:p>
          <a:p>
            <a:pPr indent="0" marL="0">
              <a:buNone/>
            </a:pPr>
            <a:r>
              <a:rPr lang="en-US" sz="1000" spc="1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3017520"/>
            <a:ext cx="3931920" cy="658368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306324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0.7%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00800" y="306324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</a:t>
            </a:r>
            <a:endParaRPr lang="en-US" sz="1000" dirty="0"/>
          </a:p>
          <a:p>
            <a:pPr indent="0" marL="0">
              <a:buNone/>
            </a:pPr>
            <a:r>
              <a:rPr lang="en-US" sz="1000" spc="1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(HEAD-ON WALL)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3794760"/>
            <a:ext cx="3931920" cy="658368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384048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00800" y="38404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000" dirty="0"/>
          </a:p>
          <a:p>
            <a:pPr indent="0" marL="0">
              <a:buNone/>
            </a:pPr>
            <a:r>
              <a:rPr lang="en-US" sz="1000" spc="1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Old Way vs. LayIt</a:t>
            </a:r>
            <a:endParaRPr lang="en-US" sz="3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00400"/>
                <a:gridCol w="33832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Old Way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lines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Chalk lines wash off, get buried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Laser lines always visible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Errors compound over distance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Absolute positioning - no accumulation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Layout preview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Dry-lay wastes 30-60 min/room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full layout projected instantly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 planning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Mistakes found AFTER cutting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every cut BEFORE you cut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 tracking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Re-measure every few rows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 tracks tiles automatically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Bump = ruined reference 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re-calibrates in seconds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 required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10+ years experience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Junior installers can follow laser lines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 &amp; Pricing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344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Flagship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Corded Power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$499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purchase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292608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200mW green laser projector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5MP vision alignment camera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6-axis bump detection (IMU)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phone sync &amp; control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12V DC adapter included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tile planning app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1A2E1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97280"/>
            <a:ext cx="3931920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2344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54880" y="1645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Corded + Battery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20116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$649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4754880" y="26060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purchase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12080" y="292608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Flagship, plus: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 swappable LiPo batteries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1.5-2 hours cordless per battery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USB-C PD charging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Hot-swap: no interruption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anywhere - no outlet needed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Specifications</a:t>
            </a:r>
            <a:endParaRPr lang="en-US" sz="3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200mW 520nm direct diode (Class 3B)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Projection Speed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20,000 points per second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5MP 160-degree wide-angle (OV5640)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ESP32-S3 dual-core (240MHz)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Connectivity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WiFi 802.11 b/g/n + Bluetooth 5.0 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(Flagship)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12V 3A DC adapter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(Pro)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12V DC + 3S 11.1V 3000mAh LiPo x2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 Life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1.5-2 hours per pack (Pro model)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 inches across x 3.3 inches tall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30mm exhaust fan + passive vents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 Protection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Silicone + PETG + grommet isolation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PWA (works in any browser, any device)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Model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137160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887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40-50%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097280"/>
            <a:ext cx="2651760" cy="137160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46120" y="11887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246120" y="1920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Fee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097280"/>
            <a:ext cx="2651760" cy="137160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1887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Job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126480" y="1920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for Itself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8229600" cy="201168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743200"/>
            <a:ext cx="54864" cy="20116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880360"/>
            <a:ext cx="7680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sales: Two SKUs at $499 and $649 with 40-50% gross margins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subscription, no recurring fees — the app is free forever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bad tile layout costs more than this tool. ROI on first job.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tile installers, general contractors, advanced DIYers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Go-to-market: direct to installer via contractor networks, then retail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Intellectual Property &amp; Moat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77724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 Patent #1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 projection system for tile layout with computer vision auto-calibration, bump recovery, and absolute positioning.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229600" cy="77724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011680"/>
            <a:ext cx="54864" cy="77724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0848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 Patent #2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377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Camera-based room scanning using monocular depth estimation, RANSAC plane fitting, automatic constraint detection, and AI-powered wall measurement.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8229600" cy="77724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926080"/>
            <a:ext cx="54864" cy="77724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999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Secrets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291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algorithms, correction factors, edge detection pipeline — years of real-world tuning from actual tile installations.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840480"/>
            <a:ext cx="54864" cy="77724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9136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First-Mover Advantage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4206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affordable laser tile layout system exists on the market. LayIt is creating the category.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by a Tradesman, for Tradesmen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280160"/>
            <a:ext cx="7315200" cy="219456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88720" y="1097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828800" y="155448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CCC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wanted to tile my own bathroom without paying someone $15 a square foot. So I built a laser that shows me exactly where every tile goes. Then I realized every contractor could use one too.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27432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Robbie  |  Founder, LayIt LLC  |  Minneapolis, MN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1A2E1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Now?  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microcontrollers, precision galvos, and computer vision models are all commodity technology now. The pieces exist — no one has assembled them for tile installation until LayIt.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0"/>
            <a:ext cx="9144000" cy="23774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Lay</a:t>
            </a:r>
            <a:pPr algn="ctr"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1371600" y="23774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that pays for itself on the first job.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3017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4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Robbie@LayIt.com  |  LayIt LLC  |  Minneapolis, MN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 Patents Pending  |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LayIt - Laser-Guided Tile Layout System</dc:title>
  <dc:subject>PptxGenJS Presentation</dc:subject>
  <dc:creator>LayIt LLC</dc:creator>
  <cp:lastModifiedBy>LayIt LLC</cp:lastModifiedBy>
  <cp:revision>1</cp:revision>
  <dcterms:created xsi:type="dcterms:W3CDTF">2026-03-15T16:13:25Z</dcterms:created>
  <dcterms:modified xsi:type="dcterms:W3CDTF">2026-03-15T16:13:25Z</dcterms:modified>
</cp:coreProperties>
</file>